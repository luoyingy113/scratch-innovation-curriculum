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ZCOOL KuaiLe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ZCOOLKuaiLe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5923624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5923624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9236242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923624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92362424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9236242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59236242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59236242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59236242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59236242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9236242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9236242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9236242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9236242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59236242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59236242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59236242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59236242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9236242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9236242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7283523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7283523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72835238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72835238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72835238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72835238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2835238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7283523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uN7Q3u3yUu5forfqp7fP3AFp9bLCWvuP/view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</a:t>
            </a:r>
            <a:r>
              <a:rPr lang="zh-CN"/>
              <a:t>四</a:t>
            </a:r>
            <a:r>
              <a:rPr lang="zh-CN"/>
              <a:t>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变量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选择“变量”分类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拼出右侧的脚本，然后点击绿旗子，注意舞台的左上角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多点击几次，发生了什么</a:t>
            </a:r>
            <a:endParaRPr/>
          </a:p>
        </p:txBody>
      </p:sp>
      <p:pic>
        <p:nvPicPr>
          <p:cNvPr id="63" name="Google Shape;63;p14" title="1f128b3de83200cdd655934a3466b32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988" y="2282875"/>
            <a:ext cx="36290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变量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把运算分类里的拼图镶嵌进来，继续点绿旗子，会怎么样？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变量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★"/>
            </a:pPr>
            <a:r>
              <a:rPr lang="zh-CN" sz="1700"/>
              <a:t>变量是编程中用于命名、存储和追踪计算机内存中数据的符号占位符，其值在程序运行时可更改。定义变量主要包含指定数据类型和名称，旨在为变量分配物理存储空间。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★"/>
            </a:pPr>
            <a:r>
              <a:rPr lang="zh-CN" sz="1700"/>
              <a:t>scratch中的变量是全局的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CN" sz="1700"/>
              <a:t>全局变量（Global Variables）是指在函数、类或模块外部定义的变量，其作用域覆盖整个程序，允许被所有函数或模块访问和修改。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实践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打开上节课的气球游戏文件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给这个游戏加一个计分机制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实践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新建一个星星角色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它会出现在舞台的随机位置，气球触碰到它可以加分，并且它会重新去到一个新的随机的位置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如果铅笔戳到了气球，扣掉一分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你可以修改变量名，把“我的变量”改成别的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b3f7b6a2042f6145a93ef6162672f5c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873" y="3152300"/>
            <a:ext cx="3522850" cy="179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列表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保存，然后新开一个文件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在“变量”区选择新建一个列表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CN" sz="1800"/>
              <a:t>在起名界面，可以选择“适用于所有角色”和“仅使用于当前角色”，就是全局与局部的区别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zh-CN"/>
              <a:t>创建完成后，显示列表，看到了什么？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列表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660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一种基础的线性数据结构，用于存储固定大小的相同类型项的有序集合。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项：列表中存储的每个单一数据。</a:t>
            </a:r>
            <a:endParaRPr/>
          </a:p>
        </p:txBody>
      </p:sp>
      <p:pic>
        <p:nvPicPr>
          <p:cNvPr id="101" name="Google Shape;101;p20" title="8d1520dc89d9ea7b8eae33122cbf151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7508" y="0"/>
            <a:ext cx="22264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列表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如何达成右侧的效果？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提示：你也可以使用这个作为脚本的开始</a:t>
            </a:r>
            <a:endParaRPr/>
          </a:p>
        </p:txBody>
      </p:sp>
      <p:pic>
        <p:nvPicPr>
          <p:cNvPr id="108" name="Google Shape;108;p21" title="698c975024e0a2bca3c3173c67189f0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9709" y="0"/>
            <a:ext cx="337428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 title="2c934b2b62622c08907d7e260d64286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63" y="2322500"/>
            <a:ext cx="197167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自制积木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316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点击右侧的“自制积木”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制作新的积木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在这个窗口，尝试点击下面的三个选项，它们分别是积木的哪一部分？</a:t>
            </a:r>
            <a:endParaRPr/>
          </a:p>
        </p:txBody>
      </p:sp>
      <p:pic>
        <p:nvPicPr>
          <p:cNvPr id="116" name="Google Shape;116;p22" title="e7ea02135ddae626bb65c3ec0fae73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1627" y="445025"/>
            <a:ext cx="5050675" cy="37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自制积木-定义积木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38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创建完成后，脚本区会多一个这样的积木</a:t>
            </a:r>
            <a:endParaRPr/>
          </a:p>
        </p:txBody>
      </p:sp>
      <p:pic>
        <p:nvPicPr>
          <p:cNvPr id="123" name="Google Shape;123;p23" title="e9f9fb4e8e090d43b97a9d1f1bb4f6c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3150" y="1152475"/>
            <a:ext cx="462915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自制积木-定义积木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尝试往下面添加积木</a:t>
            </a:r>
            <a:endParaRPr/>
          </a:p>
        </p:txBody>
      </p:sp>
      <p:pic>
        <p:nvPicPr>
          <p:cNvPr id="130" name="Google Shape;130;p24" title="4bf0ad16888f5dc57046ff1f76df4ed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3300" y="1152463"/>
            <a:ext cx="34290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自制积木-定义积木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尝试这两个拼图组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/>
              <a:t>它们的运行结果一样吗？</a:t>
            </a:r>
            <a:endParaRPr/>
          </a:p>
        </p:txBody>
      </p:sp>
      <p:pic>
        <p:nvPicPr>
          <p:cNvPr id="137" name="Google Shape;137;p25" title="7f27e3be67927746dda3efa8eaf686a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5913" y="1152475"/>
            <a:ext cx="5286375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CN"/>
              <a:t>自制积木的用处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用于将大任务拆分为小任务。其主要用处包括：封装代码以实现重用（避免代码重复）、提高代码可读性与组织性、通过传入参数和返回数据实现逻辑处理。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