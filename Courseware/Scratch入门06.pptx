
<file path=[Content_Types].xml><?xml version="1.0" encoding="utf-8"?>
<Types xmlns="http://schemas.openxmlformats.org/package/2006/content-types">
  <Default ContentType="application/x-fontdata" Extension="fntdata"/>
  <Default ContentType="image/gif" Extension="gif"/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</p:sldIdLst>
  <p:sldSz cy="5143500" cx="9144000"/>
  <p:notesSz cx="6858000" cy="9144000"/>
  <p:embeddedFontLst>
    <p:embeddedFont>
      <p:font typeface="ZCOOL KuaiLe"/>
      <p:regular r:id="rId8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font" Target="fonts/ZCOOLKuaiLe-regular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3d60339b51f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3d60339b51f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g3d60339b51f_0_5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" name="Google Shape;59;g3d60339b51f_0_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gif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6B8AF"/>
        </a:solidFill>
      </p:bgPr>
    </p:bg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CN">
                <a:latin typeface="ZCOOL KuaiLe"/>
                <a:ea typeface="ZCOOL KuaiLe"/>
                <a:cs typeface="ZCOOL KuaiLe"/>
                <a:sym typeface="ZCOOL KuaiLe"/>
              </a:rPr>
              <a:t>Scratch入门</a:t>
            </a:r>
            <a:endParaRPr>
              <a:latin typeface="ZCOOL KuaiLe"/>
              <a:ea typeface="ZCOOL KuaiLe"/>
              <a:cs typeface="ZCOOL KuaiLe"/>
              <a:sym typeface="ZCOOL KuaiLe"/>
            </a:endParaRPr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CN"/>
              <a:t>第</a:t>
            </a:r>
            <a:r>
              <a:rPr lang="zh-CN"/>
              <a:t>六</a:t>
            </a:r>
            <a:r>
              <a:rPr lang="zh-CN"/>
              <a:t>节课</a:t>
            </a:r>
            <a:endParaRPr/>
          </a:p>
        </p:txBody>
      </p:sp>
      <p:pic>
        <p:nvPicPr>
          <p:cNvPr descr="a cartoon cat is walking and smiling on a white background .（由Tenor提供）" id="56" name="Google Shape;56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3238500"/>
            <a:ext cx="1905000" cy="1905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6B8AF"/>
        </a:solidFill>
      </p:bgPr>
    </p:bg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" name="Google Shape;62;p1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