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ZCOOL KuaiLe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ZCOOLKuaiL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7283547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7283547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7283547d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7283547d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7283547d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7283547d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7283547d7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7283547d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7283547d7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7283547d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7283547d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7283547d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7283547d7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7283547d7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7283547d7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7283547d7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ZCOOL KuaiLe"/>
                <a:ea typeface="ZCOOL KuaiLe"/>
                <a:cs typeface="ZCOOL KuaiLe"/>
                <a:sym typeface="ZCOOL KuaiLe"/>
              </a:rPr>
              <a:t>Scratch入门</a:t>
            </a:r>
            <a:endParaRPr>
              <a:latin typeface="ZCOOL KuaiLe"/>
              <a:ea typeface="ZCOOL KuaiLe"/>
              <a:cs typeface="ZCOOL KuaiLe"/>
              <a:sym typeface="ZCOOL KuaiLe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第</a:t>
            </a:r>
            <a:r>
              <a:rPr lang="zh-CN"/>
              <a:t>五</a:t>
            </a:r>
            <a:r>
              <a:rPr lang="zh-CN"/>
              <a:t>节课</a:t>
            </a:r>
            <a:endParaRPr/>
          </a:p>
        </p:txBody>
      </p:sp>
      <p:pic>
        <p:nvPicPr>
          <p:cNvPr descr="a cartoon cat is walking and smiling on a white background .（由Tenor提供）"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38500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广播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3315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在“事件”区可以找到这三个拼图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透过广播讯息，能够让不同角色间彼此沟通</a:t>
            </a:r>
            <a:endParaRPr/>
          </a:p>
        </p:txBody>
      </p:sp>
      <p:pic>
        <p:nvPicPr>
          <p:cNvPr id="63" name="Google Shape;63;p14" title="b52584862f116af6bfff5e81e23ab1e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7150" y="1152475"/>
            <a:ext cx="5257800" cy="22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广播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广播讯息：广播讯息后，直接继续下方程式动作，不论接收讯息端做了什么事，都不影响下方程式动作进行。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广播讯息并等待：广播讯息后，等待「所有接收讯息端」的「所有动作」 ( 接收讯息的积木串) 都完成，才会继续进行下方程式动作。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广播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4369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为一个角色添加右边上方的脚本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/>
              <a:t>下方哪一个脚本可以让另一个角色在被点击后的第二秒开始说话？</a:t>
            </a:r>
            <a:endParaRPr/>
          </a:p>
        </p:txBody>
      </p:sp>
      <p:pic>
        <p:nvPicPr>
          <p:cNvPr id="76" name="Google Shape;76;p16" title="28724ca454264eafb8a308fb46412606.png"/>
          <p:cNvPicPr preferRelativeResize="0"/>
          <p:nvPr/>
        </p:nvPicPr>
        <p:blipFill rotWithShape="1">
          <a:blip r:embed="rId3">
            <a:alphaModFix/>
          </a:blip>
          <a:srcRect b="33094" l="19042" r="29171" t="38900"/>
          <a:stretch/>
        </p:blipFill>
        <p:spPr>
          <a:xfrm>
            <a:off x="6832800" y="445025"/>
            <a:ext cx="2311200" cy="103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b2cc76dbd5def95631c1559ff0865be6.png"/>
          <p:cNvPicPr preferRelativeResize="0"/>
          <p:nvPr/>
        </p:nvPicPr>
        <p:blipFill rotWithShape="1">
          <a:blip r:embed="rId4">
            <a:alphaModFix/>
          </a:blip>
          <a:srcRect b="0" l="0" r="0" t="13882"/>
          <a:stretch/>
        </p:blipFill>
        <p:spPr>
          <a:xfrm>
            <a:off x="3417475" y="2448975"/>
            <a:ext cx="2743200" cy="248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 title="c4f2bc2d3804e336945bcbefb349174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6563" y="2448963"/>
            <a:ext cx="2828925" cy="25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脚本逻辑-初始化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如果我们要制作一个完整的游戏，一般会将绿色旗子作为开始按钮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我现在希望小猫在游戏期间会向右移动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制作完脚本后，点击绿旗子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再次点击，结果与上一次一样吗？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脚本逻辑-初始化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我们希望游戏每次刚开始时都是一样的状态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而scratch并不会主动把角色调整回运行脚本前的状态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所以我们需要加入拼图，在游戏主要脚本和点击旗帜开始之间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例如：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 title="a1f29c47b9c06ddcc941212840d71e9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2850" y="2175496"/>
            <a:ext cx="2021500" cy="2110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18"/>
          <p:cNvCxnSpPr/>
          <p:nvPr/>
        </p:nvCxnSpPr>
        <p:spPr>
          <a:xfrm flipH="1">
            <a:off x="2970675" y="2723550"/>
            <a:ext cx="1903200" cy="249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" name="Google Shape;93;p18"/>
          <p:cNvSpPr txBox="1"/>
          <p:nvPr/>
        </p:nvSpPr>
        <p:spPr>
          <a:xfrm>
            <a:off x="5191075" y="2429000"/>
            <a:ext cx="3974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zh-CN" sz="1800">
                <a:solidFill>
                  <a:schemeClr val="dk2"/>
                </a:solidFill>
              </a:rPr>
              <a:t>这样可以保证每次开始游戏时角色状态都是正确的，而不是上一次运行后遗留的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脚本逻辑-初始化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需要初始化的数据通常有：变量，坐标，大小，隐藏/显示，造型，特效等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scratch的克隆体在每次开始运行时都会被清除，所以不需要初始化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CN"/>
              <a:t>脚本逻辑-串行和并行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我们现在写的对单一角色的脚本大多处在同一个拼图组中，上下相连，这些拼图一定按照顺序执行，如果上一个拼图没有执行结束就不会执行下一个拼图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