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ZCOOL KuaiL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ZCOOLKuaiLe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576bb47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576bb47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76bb47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76bb47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576bb47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576bb47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76bb47d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76bb47d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76bb47dd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576bb47dd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76bb47dd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576bb47dd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76bb47dd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76bb47dd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76bb47d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76bb47d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76bb47d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76bb47d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Scratch入门</a:t>
            </a:r>
            <a:endParaRPr>
              <a:latin typeface="ZCOOL KuaiLe"/>
              <a:ea typeface="ZCOOL KuaiLe"/>
              <a:cs typeface="ZCOOL KuaiLe"/>
              <a:sym typeface="ZCOOL Kuai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第</a:t>
            </a:r>
            <a:r>
              <a:rPr lang="zh-CN"/>
              <a:t>三</a:t>
            </a:r>
            <a:r>
              <a:rPr lang="zh-CN"/>
              <a:t>节课</a:t>
            </a:r>
            <a:endParaRPr/>
          </a:p>
        </p:txBody>
      </p:sp>
      <p:pic>
        <p:nvPicPr>
          <p:cNvPr descr="a cartoon cat is walking and smiling on a white background .（由Tenor提供）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运算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点击运算分区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看看下方的这两组拼图形状，它们可以镶嵌进什么其它拼图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为什么这样分类这些拼图？</a:t>
            </a:r>
            <a:endParaRPr/>
          </a:p>
        </p:txBody>
      </p:sp>
      <p:pic>
        <p:nvPicPr>
          <p:cNvPr id="63" name="Google Shape;63;p14" title="d056f17e3172baa78b4317ee4c0ae13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75" y="2929713"/>
            <a:ext cx="16002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54992f65b4c6b6b588ec3b0264daf52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400" y="2782038"/>
            <a:ext cx="1714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e98cef6cc2c41749156b393346219186.png"/>
          <p:cNvPicPr preferRelativeResize="0"/>
          <p:nvPr/>
        </p:nvPicPr>
        <p:blipFill rotWithShape="1">
          <a:blip r:embed="rId5">
            <a:alphaModFix/>
          </a:blip>
          <a:srcRect b="0" l="3521" r="0" t="0"/>
          <a:stretch/>
        </p:blipFill>
        <p:spPr>
          <a:xfrm>
            <a:off x="4671925" y="3067800"/>
            <a:ext cx="248120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运算-判断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464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分析右侧的脚本，每一个拼图组会达成怎样不同的效果？</a:t>
            </a:r>
            <a:endParaRPr/>
          </a:p>
        </p:txBody>
      </p:sp>
      <p:pic>
        <p:nvPicPr>
          <p:cNvPr id="72" name="Google Shape;72;p15" title="f32436da7b479e0065a9634c5e884ff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2940088"/>
            <a:ext cx="19716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d0e71f8bd347b37acc3c6e2315d5ff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874" y="190300"/>
            <a:ext cx="4009775" cy="476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运算-判断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以下脚本可以怎么缩写？</a:t>
            </a:r>
            <a:endParaRPr/>
          </a:p>
        </p:txBody>
      </p:sp>
      <p:pic>
        <p:nvPicPr>
          <p:cNvPr id="80" name="Google Shape;80;p16" title="153ec1eaf0b821b50f14f82bd72e5af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88" y="2340075"/>
            <a:ext cx="52292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运算-实践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现在打开scratch，新建两个角色（气球和铅笔）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在外形区吧铅笔的头对准右边（scratch的面向脚本默认角色面朝右边）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运算</a:t>
            </a:r>
            <a:r>
              <a:rPr lang="zh-CN"/>
              <a:t>判断</a:t>
            </a:r>
            <a:r>
              <a:rPr lang="zh-CN"/>
              <a:t>-实践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让</a:t>
            </a:r>
            <a:r>
              <a:rPr lang="zh-CN"/>
              <a:t>气球</a:t>
            </a:r>
            <a:r>
              <a:rPr lang="zh-CN"/>
              <a:t>可以用键鼠操控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另一个角色</a:t>
            </a:r>
            <a:r>
              <a:rPr lang="zh-CN"/>
              <a:t>（铅笔）</a:t>
            </a:r>
            <a:r>
              <a:rPr lang="zh-CN"/>
              <a:t>会在屏幕上方（y=140）出现在随机的x值坐标并每隔1~5秒克隆自己一次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如果克隆体距离可操控角色的距离小于150，它会一直面向可操控的角色并向它移动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否则克隆体会向自己最后面向的方向移动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克隆体撞到舞台边缘会消失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提示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538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对于不可操作的角色的脚本，可能需要用到这些拼图</a:t>
            </a:r>
            <a:endParaRPr/>
          </a:p>
        </p:txBody>
      </p:sp>
      <p:pic>
        <p:nvPicPr>
          <p:cNvPr id="99" name="Google Shape;99;p19" title="2f4d09b30db86272f9dc5cd8d6bdef9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900" y="1170125"/>
            <a:ext cx="302396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运算-字符串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这些拼图可以镶嵌在哪里？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用处是什么？</a:t>
            </a:r>
            <a:endParaRPr/>
          </a:p>
        </p:txBody>
      </p:sp>
      <p:pic>
        <p:nvPicPr>
          <p:cNvPr id="106" name="Google Shape;106;p20" title="4f5a82ce556915509b17e6f330afaa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263" y="2482888"/>
            <a:ext cx="248602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外观-说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在外观区，找到拼图“说 你好！”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将刚才的拼图嵌入“你好！”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链接这块拼图到刚才的脚本中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