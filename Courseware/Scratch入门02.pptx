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ZCOOL KuaiLe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ZCOOLKuaiLe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53fc540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53fc540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53fc540a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53fc540a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53fc540a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53fc540a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53fc540ae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53fc540ae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53fc540ae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53fc540ae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53fc540a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53fc540a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53fc540a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53fc540a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53fc540a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53fc540a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53fc540a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53fc540a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53fc540a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53fc540a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53fc540a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53fc540a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53fc540a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53fc540a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53fc540a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53fc540a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53fc540a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53fc540a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53fc540a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53fc540a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53fc540ae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53fc540a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RYtZuECDD6lo2hRcoTjHA3TkU-01KPQb/view" TargetMode="External"/><Relationship Id="rId4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RYtZuECDD6lo2hRcoTjHA3TkU-01KPQb/view" TargetMode="External"/><Relationship Id="rId4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ZCOOL KuaiLe"/>
                <a:ea typeface="ZCOOL KuaiLe"/>
                <a:cs typeface="ZCOOL KuaiLe"/>
                <a:sym typeface="ZCOOL KuaiLe"/>
              </a:rPr>
              <a:t>Scratch入门</a:t>
            </a:r>
            <a:endParaRPr>
              <a:latin typeface="ZCOOL KuaiLe"/>
              <a:ea typeface="ZCOOL KuaiLe"/>
              <a:cs typeface="ZCOOL KuaiLe"/>
              <a:sym typeface="ZCOOL KuaiL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第</a:t>
            </a:r>
            <a:r>
              <a:rPr lang="zh-CN"/>
              <a:t>二</a:t>
            </a:r>
            <a:r>
              <a:rPr lang="zh-CN"/>
              <a:t>节课</a:t>
            </a:r>
            <a:endParaRPr/>
          </a:p>
        </p:txBody>
      </p:sp>
      <p:pic>
        <p:nvPicPr>
          <p:cNvPr descr="a cartoon cat is walking and smiling on a white background .（由Tenor提供）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385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导入上次的作品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文件-&gt;从电脑中上传-&gt;点击上次保存的文件-&gt;打开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4195" y="2761375"/>
            <a:ext cx="5128351" cy="20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多角色互动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410300" y="1017725"/>
            <a:ext cx="6029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我们可以在画布上添加更多角色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点击角色区右下角的蓝色圆形，选择一个角色并点击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0" name="Google Shape;70;p15" title="aafbd438910df969286963f6a741c3b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74400"/>
            <a:ext cx="2990425" cy="2516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15"/>
          <p:cNvCxnSpPr/>
          <p:nvPr/>
        </p:nvCxnSpPr>
        <p:spPr>
          <a:xfrm flipH="1">
            <a:off x="2964250" y="4494550"/>
            <a:ext cx="858300" cy="240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2" name="Google Shape;72;p15" title="c8fb3c4a8f7ed171558fcce944d119b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4950" y="1950425"/>
            <a:ext cx="4900454" cy="304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多角色互动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410300" y="1017725"/>
            <a:ext cx="60291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添加完角色后，左边的脚本区变成了空白，因为我们现在在编辑另一个角色的脚本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如果想查看或编辑小猫的脚本，就在角色区点击猫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多角色互动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410300" y="1017725"/>
            <a:ext cx="60291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现在我们希望让这个新角色出现在舞台上的随机位置，然后我们操控小猫去触碰它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zh-CN" sz="1800">
                <a:solidFill>
                  <a:schemeClr val="dk2"/>
                </a:solidFill>
              </a:rPr>
              <a:t>在被小猫碰到前，它不会移动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zh-CN" sz="1800">
                <a:solidFill>
                  <a:schemeClr val="dk2"/>
                </a:solidFill>
              </a:rPr>
              <a:t>如果小猫碰到了它，那么它刷新到随机位置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尝试自行完成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 sz="1800">
                <a:solidFill>
                  <a:schemeClr val="dk2"/>
                </a:solidFill>
              </a:rPr>
              <a:t>**注意               必须放在拼图组最上方整个脚本才可以运行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5" name="Google Shape;85;p17" title="436aec59b883168e98ae6ecaabc5f4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075" y="2661900"/>
            <a:ext cx="802175" cy="4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451bc7a12d1ed7946d4f358c98fafe4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4825" y="2896375"/>
            <a:ext cx="2399800" cy="20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6778150" y="2063850"/>
            <a:ext cx="2264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（提示：可以分别在</a:t>
            </a:r>
            <a:r>
              <a:rPr lang="zh-CN" sz="1800">
                <a:solidFill>
                  <a:srgbClr val="1155CC"/>
                </a:solidFill>
              </a:rPr>
              <a:t>运动区</a:t>
            </a:r>
            <a:r>
              <a:rPr lang="zh-CN" sz="1800">
                <a:solidFill>
                  <a:schemeClr val="dk2"/>
                </a:solidFill>
              </a:rPr>
              <a:t>和</a:t>
            </a:r>
            <a:r>
              <a:rPr lang="zh-CN" sz="1800">
                <a:solidFill>
                  <a:srgbClr val="3D85C6"/>
                </a:solidFill>
              </a:rPr>
              <a:t>侦测区</a:t>
            </a:r>
            <a:r>
              <a:rPr lang="zh-CN" sz="1800">
                <a:solidFill>
                  <a:schemeClr val="dk2"/>
                </a:solidFill>
              </a:rPr>
              <a:t>找到这两个拼图）↓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创建背景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zh-CN"/>
              <a:t>点击舞台背景区右下角的蓝色圆形，选择一个背景并点击</a:t>
            </a:r>
            <a:endParaRPr/>
          </a:p>
        </p:txBody>
      </p:sp>
      <p:pic>
        <p:nvPicPr>
          <p:cNvPr id="94" name="Google Shape;94;p18" title="ae309d9c2a4751b7ab1b8c88f99f916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919" y="1897469"/>
            <a:ext cx="3629601" cy="24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造型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在代码库上面的三个栏，选择“造型”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可以编辑角色的样子以及查看角色的不同造型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在右边的角色区选择不同角色编辑（也可以编辑背景）</a:t>
            </a:r>
            <a:endParaRPr/>
          </a:p>
        </p:txBody>
      </p:sp>
      <p:pic>
        <p:nvPicPr>
          <p:cNvPr id="101" name="Google Shape;101;p19" title="bcebacbf9246e0b1126efddd81b15cb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4173" y="862875"/>
            <a:ext cx="2702976" cy="25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外观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回到代码栏，选择“外观分类”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尝试把这些拼图穿插到你的角色的脚本里</a:t>
            </a:r>
            <a:endParaRPr/>
          </a:p>
        </p:txBody>
      </p:sp>
      <p:pic>
        <p:nvPicPr>
          <p:cNvPr id="108" name="Google Shape;108;p20" title="34266c7a6c30b83a90f425ab93d9e48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1461950"/>
            <a:ext cx="446957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请新建一个文件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克隆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603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点击“控制”，下拉，会找到这三个拼图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克隆在这里指复制一个角色，复制出来的克隆体不与本体共用脚本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“当作为克隆体启动时”与链接在它下方的拼图是控制克隆体的脚本</a:t>
            </a:r>
            <a:endParaRPr/>
          </a:p>
        </p:txBody>
      </p:sp>
      <p:pic>
        <p:nvPicPr>
          <p:cNvPr id="121" name="Google Shape;121;p22" title="b68a688665e612959d6352d267aa48e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663" y="1645675"/>
            <a:ext cx="208597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克隆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1.</a:t>
            </a:r>
            <a:r>
              <a:rPr lang="zh-CN"/>
              <a:t>新建一个“ball”角色</a:t>
            </a:r>
            <a:endParaRPr/>
          </a:p>
        </p:txBody>
      </p:sp>
      <p:pic>
        <p:nvPicPr>
          <p:cNvPr id="128" name="Google Shape;128;p23" title="52b2c9322b3e9d1317539a15ecf93dc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651" y="1601750"/>
            <a:ext cx="4508925" cy="28183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23"/>
          <p:cNvCxnSpPr/>
          <p:nvPr/>
        </p:nvCxnSpPr>
        <p:spPr>
          <a:xfrm flipH="1" rot="10800000">
            <a:off x="1528950" y="3034400"/>
            <a:ext cx="2536500" cy="64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克隆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2.</a:t>
            </a:r>
            <a:r>
              <a:rPr lang="zh-CN"/>
              <a:t>先不编辑，猜测一下“ball”的脚本如果长这样，舞台的效果是怎样的</a:t>
            </a:r>
            <a:endParaRPr/>
          </a:p>
        </p:txBody>
      </p:sp>
      <p:pic>
        <p:nvPicPr>
          <p:cNvPr id="136" name="Google Shape;136;p24" title="af11ed61aaf0862b86803ce4182b4c52.png"/>
          <p:cNvPicPr preferRelativeResize="0"/>
          <p:nvPr/>
        </p:nvPicPr>
        <p:blipFill rotWithShape="1">
          <a:blip r:embed="rId3">
            <a:alphaModFix/>
          </a:blip>
          <a:srcRect b="9266" l="9282" r="7475" t="11876"/>
          <a:stretch/>
        </p:blipFill>
        <p:spPr>
          <a:xfrm>
            <a:off x="5509900" y="1644050"/>
            <a:ext cx="3006224" cy="349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克隆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现在把这个脚本复现出来，点击</a:t>
            </a:r>
            <a:r>
              <a:rPr lang="zh-CN"/>
              <a:t>绿色旗子然后测试</a:t>
            </a:r>
            <a:endParaRPr/>
          </a:p>
        </p:txBody>
      </p:sp>
      <p:pic>
        <p:nvPicPr>
          <p:cNvPr id="143" name="Google Shape;143;p25" title="af11ed61aaf0862b86803ce4182b4c52.png"/>
          <p:cNvPicPr preferRelativeResize="0"/>
          <p:nvPr/>
        </p:nvPicPr>
        <p:blipFill rotWithShape="1">
          <a:blip r:embed="rId3">
            <a:alphaModFix/>
          </a:blip>
          <a:srcRect b="9266" l="9282" r="7475" t="11876"/>
          <a:stretch/>
        </p:blipFill>
        <p:spPr>
          <a:xfrm>
            <a:off x="5509900" y="1644050"/>
            <a:ext cx="3006224" cy="349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克隆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152475"/>
            <a:ext cx="372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尝试描述这个视频中的效果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（模仿scratch中所用的语言结构）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记录下来（可以用电脑的记事簿或是手写）</a:t>
            </a:r>
            <a:endParaRPr/>
          </a:p>
        </p:txBody>
      </p:sp>
      <p:pic>
        <p:nvPicPr>
          <p:cNvPr id="150" name="Google Shape;150;p26" title="fa4859361ce242c42b767b6691d641d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7578" y="865162"/>
            <a:ext cx="4875049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克隆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372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然后按照你的描述尝试写出气球的脚本</a:t>
            </a:r>
            <a:endParaRPr/>
          </a:p>
        </p:txBody>
      </p:sp>
      <p:pic>
        <p:nvPicPr>
          <p:cNvPr id="157" name="Google Shape;157;p27" title="fa4859361ce242c42b767b6691d641d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7578" y="865162"/>
            <a:ext cx="4875049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克隆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1152475"/>
            <a:ext cx="372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然后按照你的描述尝试写出气球的脚本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